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Urbanist Medium"/>
      <p:regular r:id="rId9"/>
      <p:bold r:id="rId10"/>
      <p:italic r:id="rId11"/>
      <p:boldItalic r:id="rId12"/>
    </p:embeddedFont>
    <p:embeddedFont>
      <p:font typeface="Urbanist SemiBold"/>
      <p:regular r:id="rId13"/>
      <p:bold r:id="rId14"/>
      <p:italic r:id="rId15"/>
      <p:boldItalic r:id="rId16"/>
    </p:embeddedFont>
    <p:embeddedFont>
      <p:font typeface="Urbanis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Urbanist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UrbanistMedium-italic.fntdata"/><Relationship Id="rId10" Type="http://schemas.openxmlformats.org/officeDocument/2006/relationships/font" Target="fonts/UrbanistMedium-bold.fntdata"/><Relationship Id="rId13" Type="http://schemas.openxmlformats.org/officeDocument/2006/relationships/font" Target="fonts/UrbanistSemiBold-regular.fntdata"/><Relationship Id="rId12" Type="http://schemas.openxmlformats.org/officeDocument/2006/relationships/font" Target="fonts/UrbanistMedium-boldItalic.fntdata"/><Relationship Id="rId15" Type="http://schemas.openxmlformats.org/officeDocument/2006/relationships/font" Target="fonts/UrbanistSemiBold-italic.fntdata"/><Relationship Id="rId14" Type="http://schemas.openxmlformats.org/officeDocument/2006/relationships/font" Target="fonts/UrbanistSemiBold-bold.fntdata"/><Relationship Id="rId17" Type="http://schemas.openxmlformats.org/officeDocument/2006/relationships/font" Target="fonts/Urbanist-regular.fntdata"/><Relationship Id="rId16" Type="http://schemas.openxmlformats.org/officeDocument/2006/relationships/font" Target="fonts/UrbanistSemiBold-boldItalic.fntdata"/><Relationship Id="rId19" Type="http://schemas.openxmlformats.org/officeDocument/2006/relationships/font" Target="fonts/Urbanist-italic.fntdata"/><Relationship Id="rId18" Type="http://schemas.openxmlformats.org/officeDocument/2006/relationships/font" Target="fonts/Urbanis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b641b168ab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b641b168ab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b641b168ab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b641b168ab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b641b168ab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b641b168ab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Atlas Performance Overview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442" name="Google Shape;442;p42"/>
          <p:cNvPicPr preferRelativeResize="0"/>
          <p:nvPr/>
        </p:nvPicPr>
        <p:blipFill rotWithShape="1">
          <a:blip r:embed="rId3">
            <a:alphaModFix amt="50000"/>
          </a:blip>
          <a:srcRect b="1960" l="0" r="0" t="6839"/>
          <a:stretch/>
        </p:blipFill>
        <p:spPr>
          <a:xfrm>
            <a:off x="-50575" y="-94325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2"/>
          <p:cNvSpPr txBox="1"/>
          <p:nvPr>
            <p:ph type="title"/>
          </p:nvPr>
        </p:nvSpPr>
        <p:spPr>
          <a:xfrm>
            <a:off x="234125" y="40287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Multi-region cloud deployment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Stateless services with autoscaling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Centralized logging and metrics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44" name="Google Shape;444;p42"/>
          <p:cNvSpPr txBox="1"/>
          <p:nvPr>
            <p:ph idx="4294967295" type="title"/>
          </p:nvPr>
        </p:nvSpPr>
        <p:spPr>
          <a:xfrm>
            <a:off x="228600" y="290448"/>
            <a:ext cx="3655800" cy="8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449" name="Google Shape;449;p43"/>
          <p:cNvPicPr preferRelativeResize="0"/>
          <p:nvPr/>
        </p:nvPicPr>
        <p:blipFill rotWithShape="1">
          <a:blip r:embed="rId3">
            <a:alphaModFix amt="50000"/>
          </a:blip>
          <a:srcRect b="1960" l="0" r="0" t="6839"/>
          <a:stretch/>
        </p:blipFill>
        <p:spPr>
          <a:xfrm>
            <a:off x="-50575" y="-94325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3"/>
          <p:cNvSpPr txBox="1"/>
          <p:nvPr>
            <p:ph type="title"/>
          </p:nvPr>
        </p:nvSpPr>
        <p:spPr>
          <a:xfrm>
            <a:off x="234125" y="40287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RBAC enforced across services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Secrets rotated automatically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Compliance monitoring enabled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51" name="Google Shape;451;p43"/>
          <p:cNvSpPr txBox="1"/>
          <p:nvPr>
            <p:ph idx="4294967295" type="title"/>
          </p:nvPr>
        </p:nvSpPr>
        <p:spPr>
          <a:xfrm>
            <a:off x="228600" y="290448"/>
            <a:ext cx="3655800" cy="8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Model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